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578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8DBC4-A171-8621-D493-701DD8C82A2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14ABEC-1D66-C57A-FCC7-999E5747345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53871-76AF-A662-C1B9-7B726E79ABF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BA7AAE0-C2CE-4F3C-B7BE-C4934776CBEC}" type="datetime1">
              <a:rPr lang="en-US"/>
              <a:pPr lvl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1B960-A152-4797-F554-0DE42B31C72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9E15A-6535-9BE2-C13A-E34AA9C3B25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1BE7CB6-C4BC-4407-B3CF-7A0C2E3B4C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964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1E036-1F75-5F84-4720-0BDAA5A052F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634A3-1741-5EFC-56DA-415CFA47DDC1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9B906-1628-75E7-EB23-7E4F86DE2F5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7141841-1885-4974-A501-2100D27C5E84}" type="datetime1">
              <a:rPr lang="en-US"/>
              <a:pPr lvl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E9F6D-4F1C-165C-7120-42E87D44F7A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3B0B4-C0B2-67E8-A45B-3B3E1A89758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BE372C2-5BA5-4448-8A89-6D0CD030E6C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493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94BEE-BBA5-A89F-9795-BA7DF4908D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05768-799C-EC70-F928-7814676731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ECC43-59E4-FA93-B202-92B0AE253C6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5AEC202-7073-4A2A-B398-E1946847789B}" type="datetime1">
              <a:rPr lang="en-US"/>
              <a:pPr lvl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672FF-26BB-2648-DF01-97A6F4215A3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2E1C8-537F-4F4A-59C2-226BE9E846C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FB56D8D-B191-4DC0-9390-EAC9D72DE8B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29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2EEB3-1C00-17DB-31AA-92F9AC862FA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98B5E-C863-08A9-80F7-F5322BABB47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8633A-5C21-75C0-E138-1AFAB250C972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363310-FC56-FF57-CCA7-1E3DCF2E739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A32ED9-4384-4739-B524-DF31F95D553E}" type="datetime1">
              <a:rPr lang="en-US"/>
              <a:pPr lvl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BF543-B780-CDA0-DC8B-CC612F7EBE8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611CB-6485-579A-301A-7AEFB644420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945D38C-BE6F-4678-B05E-151CDCA0195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265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085EC-3D9F-BDC6-8FF1-B2E85257E1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B431D-2884-95A4-A638-19DCB173F6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79787-D2D7-C7E7-C196-EDCA22B0A6B2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C1F809-B992-A1AE-5D6E-ABFE48B3CE08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277047-2E9A-6B5B-CD02-EF11808CC2C6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5EE816-2522-08E6-CD08-E8D9C238DB2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095B8E3-849F-4CCD-BEC4-A05DAD763946}" type="datetime1">
              <a:rPr lang="en-US"/>
              <a:pPr lvl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62E82-1843-D44B-AAB9-AD5445997C7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B11A91-1EAF-1097-1784-95403944694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86F69B5-B87C-4581-B7E7-E31D7773BF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994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FAF9F-808F-8624-4DD2-817B93FA099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97C33E-C783-E0BD-7E73-AAC1C46B777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7049F65-5AB6-485F-925C-A7B217EBBED6}" type="datetime1">
              <a:rPr lang="en-US"/>
              <a:pPr lvl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FCE59D-B3EB-625F-CAE4-8DB7E5173B2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0A0FDE-7014-5B29-F2F3-772FB6EE8E5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B9D294A-6066-404E-A300-C67E31A2DA6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521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4C5A94-E2EA-9329-EF1C-62AC1591179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AC72EB4-B820-4638-9D5A-25DB122DF984}" type="datetime1">
              <a:rPr lang="en-US"/>
              <a:pPr lvl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E59F73-CDAB-1535-41E5-3675D55DD08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57DE6-A105-F444-2A69-BABA09E9D16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5FB0BF-467A-4E75-89DC-94AB59522D7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057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0EAA0-097B-B6C0-1D20-E9BD09C9D2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E6012-B0BE-D58C-69CD-4CD85251683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9A7361-2D87-B2AB-C5BF-8B66CB9073E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57B26-D4F7-2ED6-F671-EBF2B9914A0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800DF0D-E826-47E7-B25B-1BD661A05B04}" type="datetime1">
              <a:rPr lang="en-US"/>
              <a:pPr lvl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EC206-B1BC-619E-3661-83BE130F6E5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4D2E98-21CE-48DB-A705-7094F6C9730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18F8B5B-84EE-41F2-BAB0-B1D16E62D9B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634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19276-E26B-D6C8-5B62-D190627918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4ADA6-8731-88F9-8A41-A0D9E96A9B9B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79F912-46EA-A064-47F0-1FB343E6559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0D238-38C8-AE31-5BFF-370689F7BAC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79B51CB-0A35-43A3-A137-E5C26F3A7E73}" type="datetime1">
              <a:rPr lang="en-US"/>
              <a:pPr lvl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331F3-31F1-C973-A5C1-963F54AD104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F3D8C-9BA3-A6CE-1CA4-258115DAF76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EFB62E3-A5AB-464F-BCB0-EAB0B8F9052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17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448E4-3939-7213-32FA-99B07B021DA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363FEB-E289-BCDD-71F3-D6B9DF0BCE30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A9A7F-D7C2-14D2-C758-64EDEB93790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076E389-9A25-4040-B2B8-8E841E8CEC16}" type="datetime1">
              <a:rPr lang="en-US"/>
              <a:pPr lvl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6CD6A-7143-F170-912E-70CC6E26060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40827-BE4A-B6F0-1DEA-1ACA6A6E6F5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63D0904-6027-48BE-970C-DA453B50B34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96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2C0D64-3B4B-DB8E-B48C-37C156D317C4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1E2704-19A8-63AF-5256-1B8359591A60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3BDF2-62C6-4164-1AFC-68FC8F5D9B1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0476D8D-B107-46D1-A93F-DD11464CB789}" type="datetime1">
              <a:rPr lang="en-US"/>
              <a:pPr lvl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C7D06-B0CD-D24D-9C14-5803AE7CB08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B9DB7-D0D8-29DC-09A8-0B4C817CBF4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39A85FB-33A2-4D09-8CEB-503A1C0BEF5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71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088409-8B6B-882C-E232-AD0A8517B6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D9906-37EA-967F-9F4C-34C5900956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4BF4C-5CFA-01AE-0260-00AFCADBBA97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DF81FCE9-093D-4E10-BD1E-DEC61E6C21DB}" type="datetime1">
              <a:rPr lang="en-US"/>
              <a:pPr lvl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4BA53-7A72-1895-2D9B-CDB59C4ADFCC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D9D55-BF8B-0252-4E8A-9D4DC9E9BD5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8647BD96-78AE-4CFE-9148-076C9FC17887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F653D-B710-E017-B32C-5F86517978A4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8959F-16A5-1426-5ECB-DAC50464BD3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Hollweg, Theo-Henrik</dc:creator>
  <cp:lastModifiedBy>Hollweg, Theo-Henrik</cp:lastModifiedBy>
  <cp:revision>1</cp:revision>
  <dcterms:created xsi:type="dcterms:W3CDTF">2025-12-03T12:15:11Z</dcterms:created>
  <dcterms:modified xsi:type="dcterms:W3CDTF">2025-12-03T12:20:14Z</dcterms:modified>
</cp:coreProperties>
</file>